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1648" y="-13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7C39-CB50-47CD-9F96-C42D1C252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C735D-D662-4C85-AA05-3C51714C3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1BC12-E4F1-48A6-94F2-C5046BA9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6E0A7-0576-44B0-B9CC-4F292248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DE20D-B5E9-4AB8-AE8E-F21A1B77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1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A261-CBC2-4767-8762-76BA507F2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B3B61-BA5C-4C9F-A6E7-61BA3CDB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872A0-05CD-4115-AEA1-039C458E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1B10C-67A1-4403-876A-D1CB1A97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4B118-7A2E-4EE5-BEF5-DB8C40C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5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08DC-DD47-4502-9532-FB5FEFD0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6FDCE-EC6C-4E23-B831-9AF27B19A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ED25E-61F0-40EA-B348-00825331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67C69-445D-4BE1-93FA-ED222CBD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A3142-C456-4F94-B5ED-23EC1C0E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4BC3-7B23-4A85-97F9-6B52C165C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01C06-B093-4BF7-B3EA-6F858215C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FD502-AA68-40AE-B42A-5AE238A37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1A17D-7638-4EE1-99D4-B87F1275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7DA68-02FA-4E0F-96E0-A197333F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2F853-8AE4-4572-ABD5-DE4A7BAA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5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F3DC-139B-48F1-910A-8FB76A1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F8547-74CE-40C3-954C-F736A98FF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B75C7-4560-4C60-A3D8-F99D61E44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8D29C-317F-42E9-9F9A-5A7E1A910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95694-6B26-4F85-B70E-703376F62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810F3-CF10-4E9F-BFBB-849460B1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B28FD6-37F1-4E8F-8539-8A419AEF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7A7CC-46BE-438F-A1BB-2A25FBC5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5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8A5F-2B33-4FBF-9D80-1D624E9D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136DF-AFA9-4DF2-AACA-9BD3501E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09470-A7F3-4194-9C20-9F3DEC3B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5D896-E220-4C38-983E-D8C91E10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6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B220E-757D-42FE-A840-DBC97336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ECB4E-78DB-415C-B381-757B57DD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F77D7-07E9-41BB-82B6-ADDAD484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09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02D-E3E9-4E8B-949B-C0094F98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62D8-14CC-4424-89D1-80B35EB9E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64362-A3D9-4CFD-A5A3-E513C8CDC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26E1-C83C-4C26-BBC2-2A3284CB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995A-61EF-4960-BFCC-39EC1964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5FA31-B673-49D5-AB2C-67C8AE61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7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2015-F2B1-4D97-A43E-161A820F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DBED34-C83A-46D0-9B0D-8C8F8BA62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60AB4-9C0D-4B30-911E-A734A1073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FDFB0-2C15-4722-87BE-F8EA170D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63ABD-9DC2-4407-822C-2D648D13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8D144-4C3B-4AC7-BB3E-8CBB5EDD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4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D2A6-D8B7-46ED-9A77-F6EB81E0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2F904-BADC-4730-BD95-69435E756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301C3-D812-4BB1-82BD-19D6C513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8DC4F-0CCB-4066-BF03-733FE288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AF19-7A07-4AB7-95D1-962EAB7E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6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E15CF-CB54-453A-8E54-9FFA84A86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025C2-442F-4189-AEF4-0F1594ADB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2D16-01FB-4A8B-A7AF-68F530DA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812E-DBB4-4444-A56E-5F990DEB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88D84-8515-4A74-A5A8-B768E6B2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6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AAF67-447A-49D7-A5F8-26690F06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FA9A0-2E81-4C30-9A5E-BCED200A9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2386C-2E70-4C3C-8079-3C018DBC7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0EBA2-549B-447C-8E14-FC9AB4661A9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6FE70-752C-4100-A211-323DA202D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34FC8-FFC1-449E-9DDA-4DAFB7ACE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3122B-7556-4736-A48F-8FE872595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9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8FA03E-D80B-4ACB-98AE-6DBD19B4AC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180" y="1134427"/>
            <a:ext cx="3469640" cy="4589145"/>
          </a:xfrm>
          <a:prstGeom prst="rect">
            <a:avLst/>
          </a:prstGeom>
          <a:noFill/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DD661E-729F-4F6B-A187-A6AD4C96D99F}"/>
              </a:ext>
            </a:extLst>
          </p:cNvPr>
          <p:cNvSpPr/>
          <p:nvPr/>
        </p:nvSpPr>
        <p:spPr>
          <a:xfrm>
            <a:off x="5545667" y="2188633"/>
            <a:ext cx="2281766" cy="3530600"/>
          </a:xfrm>
          <a:custGeom>
            <a:avLst/>
            <a:gdLst>
              <a:gd name="connsiteX0" fmla="*/ 618066 w 2281766"/>
              <a:gd name="connsiteY0" fmla="*/ 3530600 h 3530600"/>
              <a:gd name="connsiteX1" fmla="*/ 571500 w 2281766"/>
              <a:gd name="connsiteY1" fmla="*/ 3441700 h 3530600"/>
              <a:gd name="connsiteX2" fmla="*/ 495300 w 2281766"/>
              <a:gd name="connsiteY2" fmla="*/ 3348567 h 3530600"/>
              <a:gd name="connsiteX3" fmla="*/ 423333 w 2281766"/>
              <a:gd name="connsiteY3" fmla="*/ 3268134 h 3530600"/>
              <a:gd name="connsiteX4" fmla="*/ 397933 w 2281766"/>
              <a:gd name="connsiteY4" fmla="*/ 3238500 h 3530600"/>
              <a:gd name="connsiteX5" fmla="*/ 330200 w 2281766"/>
              <a:gd name="connsiteY5" fmla="*/ 3191934 h 3530600"/>
              <a:gd name="connsiteX6" fmla="*/ 296333 w 2281766"/>
              <a:gd name="connsiteY6" fmla="*/ 3170767 h 3530600"/>
              <a:gd name="connsiteX7" fmla="*/ 266700 w 2281766"/>
              <a:gd name="connsiteY7" fmla="*/ 3141134 h 3530600"/>
              <a:gd name="connsiteX8" fmla="*/ 228600 w 2281766"/>
              <a:gd name="connsiteY8" fmla="*/ 3107267 h 3530600"/>
              <a:gd name="connsiteX9" fmla="*/ 198966 w 2281766"/>
              <a:gd name="connsiteY9" fmla="*/ 3064934 h 3530600"/>
              <a:gd name="connsiteX10" fmla="*/ 165100 w 2281766"/>
              <a:gd name="connsiteY10" fmla="*/ 3035300 h 3530600"/>
              <a:gd name="connsiteX11" fmla="*/ 152400 w 2281766"/>
              <a:gd name="connsiteY11" fmla="*/ 3005667 h 3530600"/>
              <a:gd name="connsiteX12" fmla="*/ 84666 w 2281766"/>
              <a:gd name="connsiteY12" fmla="*/ 2976034 h 3530600"/>
              <a:gd name="connsiteX13" fmla="*/ 71966 w 2281766"/>
              <a:gd name="connsiteY13" fmla="*/ 2959100 h 3530600"/>
              <a:gd name="connsiteX14" fmla="*/ 46566 w 2281766"/>
              <a:gd name="connsiteY14" fmla="*/ 2929467 h 3530600"/>
              <a:gd name="connsiteX15" fmla="*/ 12700 w 2281766"/>
              <a:gd name="connsiteY15" fmla="*/ 2861734 h 3530600"/>
              <a:gd name="connsiteX16" fmla="*/ 0 w 2281766"/>
              <a:gd name="connsiteY16" fmla="*/ 2827867 h 3530600"/>
              <a:gd name="connsiteX17" fmla="*/ 0 w 2281766"/>
              <a:gd name="connsiteY17" fmla="*/ 2794000 h 3530600"/>
              <a:gd name="connsiteX18" fmla="*/ 29633 w 2281766"/>
              <a:gd name="connsiteY18" fmla="*/ 2743200 h 3530600"/>
              <a:gd name="connsiteX19" fmla="*/ 55033 w 2281766"/>
              <a:gd name="connsiteY19" fmla="*/ 2709334 h 3530600"/>
              <a:gd name="connsiteX20" fmla="*/ 84666 w 2281766"/>
              <a:gd name="connsiteY20" fmla="*/ 2616200 h 3530600"/>
              <a:gd name="connsiteX21" fmla="*/ 93133 w 2281766"/>
              <a:gd name="connsiteY21" fmla="*/ 2506134 h 3530600"/>
              <a:gd name="connsiteX22" fmla="*/ 76200 w 2281766"/>
              <a:gd name="connsiteY22" fmla="*/ 2468034 h 3530600"/>
              <a:gd name="connsiteX23" fmla="*/ 80433 w 2281766"/>
              <a:gd name="connsiteY23" fmla="*/ 2425700 h 3530600"/>
              <a:gd name="connsiteX24" fmla="*/ 93133 w 2281766"/>
              <a:gd name="connsiteY24" fmla="*/ 2387600 h 3530600"/>
              <a:gd name="connsiteX25" fmla="*/ 127000 w 2281766"/>
              <a:gd name="connsiteY25" fmla="*/ 2328334 h 3530600"/>
              <a:gd name="connsiteX26" fmla="*/ 148166 w 2281766"/>
              <a:gd name="connsiteY26" fmla="*/ 2286000 h 3530600"/>
              <a:gd name="connsiteX27" fmla="*/ 190500 w 2281766"/>
              <a:gd name="connsiteY27" fmla="*/ 2205567 h 3530600"/>
              <a:gd name="connsiteX28" fmla="*/ 203200 w 2281766"/>
              <a:gd name="connsiteY28" fmla="*/ 2150534 h 3530600"/>
              <a:gd name="connsiteX29" fmla="*/ 211666 w 2281766"/>
              <a:gd name="connsiteY29" fmla="*/ 2129367 h 3530600"/>
              <a:gd name="connsiteX30" fmla="*/ 228600 w 2281766"/>
              <a:gd name="connsiteY30" fmla="*/ 2065867 h 3530600"/>
              <a:gd name="connsiteX31" fmla="*/ 266700 w 2281766"/>
              <a:gd name="connsiteY31" fmla="*/ 2006600 h 3530600"/>
              <a:gd name="connsiteX32" fmla="*/ 296333 w 2281766"/>
              <a:gd name="connsiteY32" fmla="*/ 1934634 h 3530600"/>
              <a:gd name="connsiteX33" fmla="*/ 300566 w 2281766"/>
              <a:gd name="connsiteY33" fmla="*/ 1879600 h 3530600"/>
              <a:gd name="connsiteX34" fmla="*/ 330200 w 2281766"/>
              <a:gd name="connsiteY34" fmla="*/ 1794934 h 3530600"/>
              <a:gd name="connsiteX35" fmla="*/ 330200 w 2281766"/>
              <a:gd name="connsiteY35" fmla="*/ 1744134 h 3530600"/>
              <a:gd name="connsiteX36" fmla="*/ 338666 w 2281766"/>
              <a:gd name="connsiteY36" fmla="*/ 1646767 h 3530600"/>
              <a:gd name="connsiteX37" fmla="*/ 338666 w 2281766"/>
              <a:gd name="connsiteY37" fmla="*/ 1587500 h 3530600"/>
              <a:gd name="connsiteX38" fmla="*/ 338666 w 2281766"/>
              <a:gd name="connsiteY38" fmla="*/ 1498600 h 3530600"/>
              <a:gd name="connsiteX39" fmla="*/ 334433 w 2281766"/>
              <a:gd name="connsiteY39" fmla="*/ 1435100 h 3530600"/>
              <a:gd name="connsiteX40" fmla="*/ 338666 w 2281766"/>
              <a:gd name="connsiteY40" fmla="*/ 1409700 h 3530600"/>
              <a:gd name="connsiteX41" fmla="*/ 376766 w 2281766"/>
              <a:gd name="connsiteY41" fmla="*/ 1375834 h 3530600"/>
              <a:gd name="connsiteX42" fmla="*/ 423333 w 2281766"/>
              <a:gd name="connsiteY42" fmla="*/ 1346200 h 3530600"/>
              <a:gd name="connsiteX43" fmla="*/ 474133 w 2281766"/>
              <a:gd name="connsiteY43" fmla="*/ 1316567 h 3530600"/>
              <a:gd name="connsiteX44" fmla="*/ 554566 w 2281766"/>
              <a:gd name="connsiteY44" fmla="*/ 1299634 h 3530600"/>
              <a:gd name="connsiteX45" fmla="*/ 592666 w 2281766"/>
              <a:gd name="connsiteY45" fmla="*/ 1282700 h 3530600"/>
              <a:gd name="connsiteX46" fmla="*/ 647700 w 2281766"/>
              <a:gd name="connsiteY46" fmla="*/ 1248834 h 3530600"/>
              <a:gd name="connsiteX47" fmla="*/ 673100 w 2281766"/>
              <a:gd name="connsiteY47" fmla="*/ 1240367 h 3530600"/>
              <a:gd name="connsiteX48" fmla="*/ 698500 w 2281766"/>
              <a:gd name="connsiteY48" fmla="*/ 1219200 h 3530600"/>
              <a:gd name="connsiteX49" fmla="*/ 732366 w 2281766"/>
              <a:gd name="connsiteY49" fmla="*/ 1185334 h 3530600"/>
              <a:gd name="connsiteX50" fmla="*/ 795866 w 2281766"/>
              <a:gd name="connsiteY50" fmla="*/ 1134534 h 3530600"/>
              <a:gd name="connsiteX51" fmla="*/ 863600 w 2281766"/>
              <a:gd name="connsiteY51" fmla="*/ 1096434 h 3530600"/>
              <a:gd name="connsiteX52" fmla="*/ 884766 w 2281766"/>
              <a:gd name="connsiteY52" fmla="*/ 1087967 h 3530600"/>
              <a:gd name="connsiteX53" fmla="*/ 986366 w 2281766"/>
              <a:gd name="connsiteY53" fmla="*/ 1041400 h 3530600"/>
              <a:gd name="connsiteX54" fmla="*/ 1075266 w 2281766"/>
              <a:gd name="connsiteY54" fmla="*/ 952500 h 3530600"/>
              <a:gd name="connsiteX55" fmla="*/ 1083733 w 2281766"/>
              <a:gd name="connsiteY55" fmla="*/ 897467 h 3530600"/>
              <a:gd name="connsiteX56" fmla="*/ 1083733 w 2281766"/>
              <a:gd name="connsiteY56" fmla="*/ 884767 h 3530600"/>
              <a:gd name="connsiteX57" fmla="*/ 1214966 w 2281766"/>
              <a:gd name="connsiteY57" fmla="*/ 859367 h 3530600"/>
              <a:gd name="connsiteX58" fmla="*/ 1274233 w 2281766"/>
              <a:gd name="connsiteY58" fmla="*/ 833967 h 3530600"/>
              <a:gd name="connsiteX59" fmla="*/ 1278466 w 2281766"/>
              <a:gd name="connsiteY59" fmla="*/ 833967 h 3530600"/>
              <a:gd name="connsiteX60" fmla="*/ 1329266 w 2281766"/>
              <a:gd name="connsiteY60" fmla="*/ 812800 h 3530600"/>
              <a:gd name="connsiteX61" fmla="*/ 1375833 w 2281766"/>
              <a:gd name="connsiteY61" fmla="*/ 783167 h 3530600"/>
              <a:gd name="connsiteX62" fmla="*/ 1418166 w 2281766"/>
              <a:gd name="connsiteY62" fmla="*/ 766234 h 3530600"/>
              <a:gd name="connsiteX63" fmla="*/ 1519766 w 2281766"/>
              <a:gd name="connsiteY63" fmla="*/ 757767 h 3530600"/>
              <a:gd name="connsiteX64" fmla="*/ 1629833 w 2281766"/>
              <a:gd name="connsiteY64" fmla="*/ 728134 h 3530600"/>
              <a:gd name="connsiteX65" fmla="*/ 1752600 w 2281766"/>
              <a:gd name="connsiteY65" fmla="*/ 668867 h 3530600"/>
              <a:gd name="connsiteX66" fmla="*/ 1790700 w 2281766"/>
              <a:gd name="connsiteY66" fmla="*/ 639234 h 3530600"/>
              <a:gd name="connsiteX67" fmla="*/ 1794933 w 2281766"/>
              <a:gd name="connsiteY67" fmla="*/ 596900 h 3530600"/>
              <a:gd name="connsiteX68" fmla="*/ 1794933 w 2281766"/>
              <a:gd name="connsiteY68" fmla="*/ 596900 h 3530600"/>
              <a:gd name="connsiteX69" fmla="*/ 1837266 w 2281766"/>
              <a:gd name="connsiteY69" fmla="*/ 516467 h 3530600"/>
              <a:gd name="connsiteX70" fmla="*/ 1854200 w 2281766"/>
              <a:gd name="connsiteY70" fmla="*/ 478367 h 3530600"/>
              <a:gd name="connsiteX71" fmla="*/ 1871133 w 2281766"/>
              <a:gd name="connsiteY71" fmla="*/ 452967 h 3530600"/>
              <a:gd name="connsiteX72" fmla="*/ 1917700 w 2281766"/>
              <a:gd name="connsiteY72" fmla="*/ 368300 h 3530600"/>
              <a:gd name="connsiteX73" fmla="*/ 1938866 w 2281766"/>
              <a:gd name="connsiteY73" fmla="*/ 266700 h 3530600"/>
              <a:gd name="connsiteX74" fmla="*/ 1943100 w 2281766"/>
              <a:gd name="connsiteY74" fmla="*/ 237067 h 3530600"/>
              <a:gd name="connsiteX75" fmla="*/ 2027766 w 2281766"/>
              <a:gd name="connsiteY75" fmla="*/ 232834 h 3530600"/>
              <a:gd name="connsiteX76" fmla="*/ 2061633 w 2281766"/>
              <a:gd name="connsiteY76" fmla="*/ 203200 h 3530600"/>
              <a:gd name="connsiteX77" fmla="*/ 2120900 w 2281766"/>
              <a:gd name="connsiteY77" fmla="*/ 169334 h 3530600"/>
              <a:gd name="connsiteX78" fmla="*/ 2192866 w 2281766"/>
              <a:gd name="connsiteY78" fmla="*/ 139700 h 3530600"/>
              <a:gd name="connsiteX79" fmla="*/ 2256366 w 2281766"/>
              <a:gd name="connsiteY79" fmla="*/ 63500 h 3530600"/>
              <a:gd name="connsiteX80" fmla="*/ 2281766 w 2281766"/>
              <a:gd name="connsiteY80" fmla="*/ 0 h 353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281766" h="3530600">
                <a:moveTo>
                  <a:pt x="618066" y="3530600"/>
                </a:moveTo>
                <a:lnTo>
                  <a:pt x="571500" y="3441700"/>
                </a:lnTo>
                <a:lnTo>
                  <a:pt x="495300" y="3348567"/>
                </a:lnTo>
                <a:lnTo>
                  <a:pt x="423333" y="3268134"/>
                </a:lnTo>
                <a:lnTo>
                  <a:pt x="397933" y="3238500"/>
                </a:lnTo>
                <a:lnTo>
                  <a:pt x="330200" y="3191934"/>
                </a:lnTo>
                <a:lnTo>
                  <a:pt x="296333" y="3170767"/>
                </a:lnTo>
                <a:lnTo>
                  <a:pt x="266700" y="3141134"/>
                </a:lnTo>
                <a:lnTo>
                  <a:pt x="228600" y="3107267"/>
                </a:lnTo>
                <a:lnTo>
                  <a:pt x="198966" y="3064934"/>
                </a:lnTo>
                <a:lnTo>
                  <a:pt x="165100" y="3035300"/>
                </a:lnTo>
                <a:lnTo>
                  <a:pt x="152400" y="3005667"/>
                </a:lnTo>
                <a:cubicBezTo>
                  <a:pt x="92617" y="2982674"/>
                  <a:pt x="113720" y="2995402"/>
                  <a:pt x="84666" y="2976034"/>
                </a:cubicBezTo>
                <a:lnTo>
                  <a:pt x="71966" y="2959100"/>
                </a:lnTo>
                <a:lnTo>
                  <a:pt x="46566" y="2929467"/>
                </a:lnTo>
                <a:lnTo>
                  <a:pt x="12700" y="2861734"/>
                </a:lnTo>
                <a:lnTo>
                  <a:pt x="0" y="2827867"/>
                </a:lnTo>
                <a:lnTo>
                  <a:pt x="0" y="2794000"/>
                </a:lnTo>
                <a:lnTo>
                  <a:pt x="29633" y="2743200"/>
                </a:lnTo>
                <a:lnTo>
                  <a:pt x="55033" y="2709334"/>
                </a:lnTo>
                <a:lnTo>
                  <a:pt x="84666" y="2616200"/>
                </a:lnTo>
                <a:lnTo>
                  <a:pt x="93133" y="2506134"/>
                </a:lnTo>
                <a:cubicBezTo>
                  <a:pt x="75569" y="2471005"/>
                  <a:pt x="76200" y="2484888"/>
                  <a:pt x="76200" y="2468034"/>
                </a:cubicBezTo>
                <a:lnTo>
                  <a:pt x="80433" y="2425700"/>
                </a:lnTo>
                <a:lnTo>
                  <a:pt x="93133" y="2387600"/>
                </a:lnTo>
                <a:lnTo>
                  <a:pt x="127000" y="2328334"/>
                </a:lnTo>
                <a:lnTo>
                  <a:pt x="148166" y="2286000"/>
                </a:lnTo>
                <a:lnTo>
                  <a:pt x="190500" y="2205567"/>
                </a:lnTo>
                <a:cubicBezTo>
                  <a:pt x="195094" y="2155025"/>
                  <a:pt x="183711" y="2170021"/>
                  <a:pt x="203200" y="2150534"/>
                </a:cubicBezTo>
                <a:lnTo>
                  <a:pt x="211666" y="2129367"/>
                </a:lnTo>
                <a:cubicBezTo>
                  <a:pt x="221262" y="2076591"/>
                  <a:pt x="213077" y="2096911"/>
                  <a:pt x="228600" y="2065867"/>
                </a:cubicBezTo>
                <a:lnTo>
                  <a:pt x="266700" y="2006600"/>
                </a:lnTo>
                <a:lnTo>
                  <a:pt x="296333" y="1934634"/>
                </a:lnTo>
                <a:lnTo>
                  <a:pt x="300566" y="1879600"/>
                </a:lnTo>
                <a:lnTo>
                  <a:pt x="330200" y="1794934"/>
                </a:lnTo>
                <a:lnTo>
                  <a:pt x="330200" y="1744134"/>
                </a:lnTo>
                <a:lnTo>
                  <a:pt x="338666" y="1646767"/>
                </a:lnTo>
                <a:lnTo>
                  <a:pt x="338666" y="1587500"/>
                </a:lnTo>
                <a:lnTo>
                  <a:pt x="338666" y="1498600"/>
                </a:lnTo>
                <a:lnTo>
                  <a:pt x="334433" y="1435100"/>
                </a:lnTo>
                <a:lnTo>
                  <a:pt x="338666" y="1409700"/>
                </a:lnTo>
                <a:lnTo>
                  <a:pt x="376766" y="1375834"/>
                </a:lnTo>
                <a:lnTo>
                  <a:pt x="423333" y="1346200"/>
                </a:lnTo>
                <a:cubicBezTo>
                  <a:pt x="465146" y="1318325"/>
                  <a:pt x="446953" y="1325626"/>
                  <a:pt x="474133" y="1316567"/>
                </a:cubicBezTo>
                <a:lnTo>
                  <a:pt x="554566" y="1299634"/>
                </a:lnTo>
                <a:lnTo>
                  <a:pt x="592666" y="1282700"/>
                </a:lnTo>
                <a:lnTo>
                  <a:pt x="647700" y="1248834"/>
                </a:lnTo>
                <a:lnTo>
                  <a:pt x="673100" y="1240367"/>
                </a:lnTo>
                <a:lnTo>
                  <a:pt x="698500" y="1219200"/>
                </a:lnTo>
                <a:lnTo>
                  <a:pt x="732366" y="1185334"/>
                </a:lnTo>
                <a:lnTo>
                  <a:pt x="795866" y="1134534"/>
                </a:lnTo>
                <a:lnTo>
                  <a:pt x="863600" y="1096434"/>
                </a:lnTo>
                <a:lnTo>
                  <a:pt x="884766" y="1087967"/>
                </a:lnTo>
                <a:lnTo>
                  <a:pt x="986366" y="1041400"/>
                </a:lnTo>
                <a:lnTo>
                  <a:pt x="1075266" y="952500"/>
                </a:lnTo>
                <a:cubicBezTo>
                  <a:pt x="1084957" y="908890"/>
                  <a:pt x="1083733" y="927410"/>
                  <a:pt x="1083733" y="897467"/>
                </a:cubicBezTo>
                <a:lnTo>
                  <a:pt x="1083733" y="884767"/>
                </a:lnTo>
                <a:lnTo>
                  <a:pt x="1214966" y="859367"/>
                </a:lnTo>
                <a:cubicBezTo>
                  <a:pt x="1220654" y="856782"/>
                  <a:pt x="1257119" y="838245"/>
                  <a:pt x="1274233" y="833967"/>
                </a:cubicBezTo>
                <a:cubicBezTo>
                  <a:pt x="1275602" y="833625"/>
                  <a:pt x="1277055" y="833967"/>
                  <a:pt x="1278466" y="833967"/>
                </a:cubicBezTo>
                <a:lnTo>
                  <a:pt x="1329266" y="812800"/>
                </a:lnTo>
                <a:cubicBezTo>
                  <a:pt x="1373311" y="786373"/>
                  <a:pt x="1359964" y="799036"/>
                  <a:pt x="1375833" y="783167"/>
                </a:cubicBezTo>
                <a:lnTo>
                  <a:pt x="1418166" y="766234"/>
                </a:lnTo>
                <a:lnTo>
                  <a:pt x="1519766" y="757767"/>
                </a:lnTo>
                <a:lnTo>
                  <a:pt x="1629833" y="728134"/>
                </a:lnTo>
                <a:lnTo>
                  <a:pt x="1752600" y="668867"/>
                </a:lnTo>
                <a:lnTo>
                  <a:pt x="1790700" y="639234"/>
                </a:lnTo>
                <a:lnTo>
                  <a:pt x="1794933" y="596900"/>
                </a:lnTo>
                <a:lnTo>
                  <a:pt x="1794933" y="596900"/>
                </a:lnTo>
                <a:lnTo>
                  <a:pt x="1837266" y="516467"/>
                </a:lnTo>
                <a:cubicBezTo>
                  <a:pt x="1850667" y="480731"/>
                  <a:pt x="1841440" y="491124"/>
                  <a:pt x="1854200" y="478367"/>
                </a:cubicBezTo>
                <a:lnTo>
                  <a:pt x="1871133" y="452967"/>
                </a:lnTo>
                <a:lnTo>
                  <a:pt x="1917700" y="368300"/>
                </a:lnTo>
                <a:cubicBezTo>
                  <a:pt x="1937956" y="307533"/>
                  <a:pt x="1927350" y="347312"/>
                  <a:pt x="1938866" y="266700"/>
                </a:cubicBezTo>
                <a:cubicBezTo>
                  <a:pt x="1943332" y="235438"/>
                  <a:pt x="1943100" y="250618"/>
                  <a:pt x="1943100" y="237067"/>
                </a:cubicBezTo>
                <a:lnTo>
                  <a:pt x="2027766" y="232834"/>
                </a:lnTo>
                <a:lnTo>
                  <a:pt x="2061633" y="203200"/>
                </a:lnTo>
                <a:lnTo>
                  <a:pt x="2120900" y="169334"/>
                </a:lnTo>
                <a:lnTo>
                  <a:pt x="2192866" y="139700"/>
                </a:lnTo>
                <a:lnTo>
                  <a:pt x="2256366" y="63500"/>
                </a:lnTo>
                <a:lnTo>
                  <a:pt x="2281766" y="0"/>
                </a:lnTo>
              </a:path>
            </a:pathLst>
          </a:custGeom>
          <a:ln w="22225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3043F-D71C-422A-8549-3255C6A2F4D9}"/>
              </a:ext>
            </a:extLst>
          </p:cNvPr>
          <p:cNvSpPr/>
          <p:nvPr/>
        </p:nvSpPr>
        <p:spPr>
          <a:xfrm>
            <a:off x="4480560" y="2423160"/>
            <a:ext cx="848360" cy="259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50" dirty="0">
                <a:solidFill>
                  <a:schemeClr val="tx1"/>
                </a:solidFill>
              </a:rPr>
              <a:t>Source Area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CA9DB8-94A6-451E-B8FE-8F76910B75C9}"/>
              </a:ext>
            </a:extLst>
          </p:cNvPr>
          <p:cNvSpPr/>
          <p:nvPr/>
        </p:nvSpPr>
        <p:spPr>
          <a:xfrm>
            <a:off x="4428067" y="4541520"/>
            <a:ext cx="953346" cy="259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50" dirty="0" err="1">
                <a:solidFill>
                  <a:schemeClr val="tx1"/>
                </a:solidFill>
              </a:rPr>
              <a:t>Accumulation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846ED0-9B90-4FAD-A645-BCF5A793F66A}"/>
              </a:ext>
            </a:extLst>
          </p:cNvPr>
          <p:cNvSpPr/>
          <p:nvPr/>
        </p:nvSpPr>
        <p:spPr>
          <a:xfrm>
            <a:off x="6395720" y="5267960"/>
            <a:ext cx="1148080" cy="35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50" dirty="0">
                <a:solidFill>
                  <a:schemeClr val="tx1"/>
                </a:solidFill>
              </a:rPr>
              <a:t>Path </a:t>
            </a:r>
            <a:r>
              <a:rPr lang="de-AT" sz="1050" dirty="0" err="1">
                <a:solidFill>
                  <a:schemeClr val="tx1"/>
                </a:solidFill>
              </a:rPr>
              <a:t>to</a:t>
            </a:r>
            <a:r>
              <a:rPr lang="de-AT" sz="1050" dirty="0">
                <a:solidFill>
                  <a:schemeClr val="tx1"/>
                </a:solidFill>
              </a:rPr>
              <a:t> </a:t>
            </a:r>
            <a:r>
              <a:rPr lang="de-AT" sz="1050" dirty="0" err="1">
                <a:solidFill>
                  <a:schemeClr val="tx1"/>
                </a:solidFill>
              </a:rPr>
              <a:t>Rauekopfhütte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4B7B0F-5FB2-40A2-8EEC-9FB26A1AF0EC}"/>
              </a:ext>
            </a:extLst>
          </p:cNvPr>
          <p:cNvCxnSpPr>
            <a:stCxn id="13" idx="0"/>
          </p:cNvCxnSpPr>
          <p:nvPr/>
        </p:nvCxnSpPr>
        <p:spPr>
          <a:xfrm flipV="1">
            <a:off x="4904740" y="4155440"/>
            <a:ext cx="0" cy="38608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13E6BF-1A86-4A80-9543-A60A9749FEAE}"/>
              </a:ext>
            </a:extLst>
          </p:cNvPr>
          <p:cNvCxnSpPr>
            <a:cxnSpLocks/>
            <a:stCxn id="14" idx="1"/>
            <a:endCxn id="11" idx="3"/>
          </p:cNvCxnSpPr>
          <p:nvPr/>
        </p:nvCxnSpPr>
        <p:spPr>
          <a:xfrm flipH="1">
            <a:off x="5969000" y="5445760"/>
            <a:ext cx="426720" cy="1100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6D611F-F0AB-432D-8E0B-9FC2C231A6F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428067" y="2682240"/>
            <a:ext cx="476673" cy="49022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73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Haselberger, Stefan (stefan.haselberger@uni-graz.at)</dc:creator>
  <cp:lastModifiedBy>Haselberger, Stefan (stefan.haselberger@uni-graz.at)</cp:lastModifiedBy>
  <cp:revision>1</cp:revision>
  <dcterms:created xsi:type="dcterms:W3CDTF">2026-03-12T18:01:55Z</dcterms:created>
  <dcterms:modified xsi:type="dcterms:W3CDTF">2026-03-12T18:02:13Z</dcterms:modified>
</cp:coreProperties>
</file>